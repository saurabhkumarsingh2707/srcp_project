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Smart Crop Recommendation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Farmers often select crops without analyzing soil and climate data, which can reduce productivity.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 AI system that recommends the best crops based on soil and environmental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React, TensorFlow, Node.js, MongoDB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 soil &amp; weather data → ML analysis → Crop recommendation → Fertilizer suggestions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Machine Learning, Web Development, Database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Students Required: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